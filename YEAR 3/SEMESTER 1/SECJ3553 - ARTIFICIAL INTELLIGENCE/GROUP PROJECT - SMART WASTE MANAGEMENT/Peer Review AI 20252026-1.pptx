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</p:sldIdLst>
  <p:sldSz cy="6858000" cx="9144000"/>
  <p:notesSz cx="6858000" cy="9144000"/>
  <p:embeddedFontLst>
    <p:embeddedFont>
      <p:font typeface="Roboto"/>
      <p:regular r:id="rId10"/>
      <p:bold r:id="rId11"/>
      <p:italic r:id="rId12"/>
      <p:boldItalic r:id="rId13"/>
    </p:embeddedFont>
    <p:embeddedFont>
      <p:font typeface="Libre Baskerville"/>
      <p:regular r:id="rId14"/>
      <p:bold r:id="rId15"/>
      <p: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7" roundtripDataSignature="AMtx7miovrLZ3H65XumfPGZbSmzLYcdoL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oboto-bold.fntdata"/><Relationship Id="rId10" Type="http://schemas.openxmlformats.org/officeDocument/2006/relationships/font" Target="fonts/Roboto-regular.fntdata"/><Relationship Id="rId13" Type="http://schemas.openxmlformats.org/officeDocument/2006/relationships/font" Target="fonts/Roboto-boldItalic.fntdata"/><Relationship Id="rId12" Type="http://schemas.openxmlformats.org/officeDocument/2006/relationships/font" Target="fonts/Robot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font" Target="fonts/LibreBaskerville-bold.fntdata"/><Relationship Id="rId14" Type="http://schemas.openxmlformats.org/officeDocument/2006/relationships/font" Target="fonts/LibreBaskerville-regular.fntdata"/><Relationship Id="rId17" Type="http://customschemas.google.com/relationships/presentationmetadata" Target="metadata"/><Relationship Id="rId16" Type="http://schemas.openxmlformats.org/officeDocument/2006/relationships/font" Target="fonts/LibreBaskerville-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3" name="Google Shape;103;p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9" name="Google Shape;109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2" name="Google Shape;132;p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3" name="Google Shape;23;p5"/>
          <p:cNvSpPr txBox="1"/>
          <p:nvPr>
            <p:ph idx="10" type="dt"/>
          </p:nvPr>
        </p:nvSpPr>
        <p:spPr>
          <a:xfrm>
            <a:off x="457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1" type="ftr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0" type="dt"/>
          </p:nvPr>
        </p:nvSpPr>
        <p:spPr>
          <a:xfrm>
            <a:off x="457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1" type="ftr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7"/>
          <p:cNvSpPr txBox="1"/>
          <p:nvPr>
            <p:ph idx="10" type="dt"/>
          </p:nvPr>
        </p:nvSpPr>
        <p:spPr>
          <a:xfrm>
            <a:off x="457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11" type="ftr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7"/>
          <p:cNvSpPr txBox="1"/>
          <p:nvPr>
            <p:ph idx="12" type="sldNum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2" name="Google Shape;42;p8"/>
          <p:cNvSpPr txBox="1"/>
          <p:nvPr>
            <p:ph idx="10" type="dt"/>
          </p:nvPr>
        </p:nvSpPr>
        <p:spPr>
          <a:xfrm>
            <a:off x="457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8"/>
          <p:cNvSpPr txBox="1"/>
          <p:nvPr>
            <p:ph idx="11" type="ftr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9" name="Google Shape;49;p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1" name="Google Shape;51;p9"/>
          <p:cNvSpPr txBox="1"/>
          <p:nvPr>
            <p:ph idx="10" type="dt"/>
          </p:nvPr>
        </p:nvSpPr>
        <p:spPr>
          <a:xfrm>
            <a:off x="457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0" type="dt"/>
          </p:nvPr>
        </p:nvSpPr>
        <p:spPr>
          <a:xfrm>
            <a:off x="457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0"/>
          <p:cNvSpPr txBox="1"/>
          <p:nvPr>
            <p:ph idx="11" type="ftr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0"/>
          <p:cNvSpPr txBox="1"/>
          <p:nvPr>
            <p:ph idx="12" type="sldNum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1"/>
          <p:cNvSpPr txBox="1"/>
          <p:nvPr>
            <p:ph idx="10" type="dt"/>
          </p:nvPr>
        </p:nvSpPr>
        <p:spPr>
          <a:xfrm>
            <a:off x="457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1"/>
          <p:cNvSpPr txBox="1"/>
          <p:nvPr>
            <p:ph idx="11" type="ftr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1"/>
          <p:cNvSpPr txBox="1"/>
          <p:nvPr>
            <p:ph idx="12" type="sldNum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2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2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6" name="Google Shape;66;p12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7" name="Google Shape;67;p12"/>
          <p:cNvSpPr txBox="1"/>
          <p:nvPr>
            <p:ph idx="10" type="dt"/>
          </p:nvPr>
        </p:nvSpPr>
        <p:spPr>
          <a:xfrm>
            <a:off x="457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2"/>
          <p:cNvSpPr txBox="1"/>
          <p:nvPr>
            <p:ph idx="11" type="ftr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2"/>
          <p:cNvSpPr txBox="1"/>
          <p:nvPr>
            <p:ph idx="12" type="sldNum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3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3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3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74" name="Google Shape;74;p13"/>
          <p:cNvSpPr txBox="1"/>
          <p:nvPr>
            <p:ph idx="10" type="dt"/>
          </p:nvPr>
        </p:nvSpPr>
        <p:spPr>
          <a:xfrm>
            <a:off x="457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3"/>
          <p:cNvSpPr txBox="1"/>
          <p:nvPr>
            <p:ph idx="11" type="ftr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2" type="sldNum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4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0" name="Google Shape;80;p14"/>
          <p:cNvSpPr txBox="1"/>
          <p:nvPr>
            <p:ph idx="10" type="dt"/>
          </p:nvPr>
        </p:nvSpPr>
        <p:spPr>
          <a:xfrm>
            <a:off x="457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4"/>
          <p:cNvSpPr txBox="1"/>
          <p:nvPr>
            <p:ph idx="11" type="ftr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4"/>
          <p:cNvSpPr txBox="1"/>
          <p:nvPr>
            <p:ph idx="12" type="sldNum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5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5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6" name="Google Shape;86;p15"/>
          <p:cNvSpPr txBox="1"/>
          <p:nvPr>
            <p:ph idx="10" type="dt"/>
          </p:nvPr>
        </p:nvSpPr>
        <p:spPr>
          <a:xfrm>
            <a:off x="457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5"/>
          <p:cNvSpPr txBox="1"/>
          <p:nvPr>
            <p:ph idx="11" type="ftr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5"/>
          <p:cNvSpPr txBox="1"/>
          <p:nvPr>
            <p:ph idx="12" type="sldNum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7.xml"/><Relationship Id="rId10" Type="http://schemas.openxmlformats.org/officeDocument/2006/relationships/slideLayout" Target="../slideLayouts/slideLayout6.xml"/><Relationship Id="rId13" Type="http://schemas.openxmlformats.org/officeDocument/2006/relationships/slideLayout" Target="../slideLayouts/slideLayout9.xml"/><Relationship Id="rId12" Type="http://schemas.openxmlformats.org/officeDocument/2006/relationships/slideLayout" Target="../slideLayouts/slideLayout8.xml"/><Relationship Id="rId1" Type="http://schemas.openxmlformats.org/officeDocument/2006/relationships/image" Target="../media/image4.png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9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0.xml"/><Relationship Id="rId16" Type="http://schemas.openxmlformats.org/officeDocument/2006/relationships/theme" Target="../theme/theme2.xml"/><Relationship Id="rId5" Type="http://schemas.openxmlformats.org/officeDocument/2006/relationships/slideLayout" Target="../slideLayouts/slideLayout1.xml"/><Relationship Id="rId6" Type="http://schemas.openxmlformats.org/officeDocument/2006/relationships/slideLayout" Target="../slideLayouts/slideLayout2.xml"/><Relationship Id="rId7" Type="http://schemas.openxmlformats.org/officeDocument/2006/relationships/slideLayout" Target="../slideLayouts/slideLayout3.xml"/><Relationship Id="rId8" Type="http://schemas.openxmlformats.org/officeDocument/2006/relationships/slideLayout" Target="../slideLayouts/slideLayout4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image" Target="../media/image8.png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4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-747" y="6487366"/>
            <a:ext cx="9131300" cy="357187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4"/>
          <p:cNvSpPr/>
          <p:nvPr/>
        </p:nvSpPr>
        <p:spPr>
          <a:xfrm>
            <a:off x="0" y="0"/>
            <a:ext cx="9144000" cy="1417638"/>
          </a:xfrm>
          <a:prstGeom prst="rect">
            <a:avLst/>
          </a:prstGeom>
          <a:solidFill>
            <a:srgbClr val="FFE1A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descr="header_UTM" id="13" name="Google Shape;13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3500" y="106363"/>
            <a:ext cx="1195388" cy="3952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eader_url" id="14" name="Google Shape;1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169894"/>
            <a:ext cx="2376488" cy="255588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" name="Google Shape;16;p4"/>
          <p:cNvSpPr txBox="1"/>
          <p:nvPr>
            <p:ph idx="10" type="dt"/>
          </p:nvPr>
        </p:nvSpPr>
        <p:spPr>
          <a:xfrm>
            <a:off x="457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" name="Google Shape;17;p4"/>
          <p:cNvSpPr txBox="1"/>
          <p:nvPr>
            <p:ph idx="11" type="ftr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" name="Google Shape;18;p4"/>
          <p:cNvSpPr txBox="1"/>
          <p:nvPr>
            <p:ph idx="12" type="sldNum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A close up of a logo&#10;&#10;Description automatically generated" id="19" name="Google Shape;19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0160" y="6021985"/>
            <a:ext cx="1392237" cy="433388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5"/>
    <p:sldLayoutId id="2147483650" r:id="rId6"/>
    <p:sldLayoutId id="2147483651" r:id="rId7"/>
    <p:sldLayoutId id="2147483652" r:id="rId8"/>
    <p:sldLayoutId id="2147483653" r:id="rId9"/>
    <p:sldLayoutId id="2147483654" r:id="rId10"/>
    <p:sldLayoutId id="2147483655" r:id="rId11"/>
    <p:sldLayoutId id="2147483656" r:id="rId12"/>
    <p:sldLayoutId id="2147483657" r:id="rId13"/>
    <p:sldLayoutId id="2147483658" r:id="rId14"/>
    <p:sldLayoutId id="2147483659" r:id="rId1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6"/>
          <p:cNvSpPr txBox="1"/>
          <p:nvPr/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</a:pPr>
            <a:r>
              <a:t/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</a:pPr>
            <a:r>
              <a:rPr b="1" i="0" lang="en-US" sz="5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Terima Kasih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atas keprihatinan anda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0206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00206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“I Care, You Care, We Care”</a:t>
            </a:r>
            <a:endParaRPr b="1" i="0" sz="3600" u="none" cap="none" strike="noStrike">
              <a:solidFill>
                <a:srgbClr val="002060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pic>
        <p:nvPicPr>
          <p:cNvPr id="91" name="Google Shape;91;p16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-747" y="6487366"/>
            <a:ext cx="9131300" cy="357187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6"/>
          <p:cNvSpPr txBox="1"/>
          <p:nvPr>
            <p:ph idx="10" type="dt"/>
          </p:nvPr>
        </p:nvSpPr>
        <p:spPr>
          <a:xfrm>
            <a:off x="0" y="6600451"/>
            <a:ext cx="154766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3" name="Google Shape;93;p16"/>
          <p:cNvSpPr txBox="1"/>
          <p:nvPr>
            <p:ph idx="12" type="sldNum"/>
          </p:nvPr>
        </p:nvSpPr>
        <p:spPr>
          <a:xfrm>
            <a:off x="8316416" y="6600451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4" name="Google Shape;94;p16"/>
          <p:cNvSpPr/>
          <p:nvPr/>
        </p:nvSpPr>
        <p:spPr>
          <a:xfrm>
            <a:off x="0" y="0"/>
            <a:ext cx="9144000" cy="1417638"/>
          </a:xfrm>
          <a:prstGeom prst="rect">
            <a:avLst/>
          </a:prstGeom>
          <a:solidFill>
            <a:srgbClr val="FFE1A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eader_UTM" id="95" name="Google Shape;95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3500" y="106363"/>
            <a:ext cx="1195388" cy="3952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eader_url" id="96" name="Google Shape;9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009650"/>
            <a:ext cx="2376488" cy="388938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73008" y="53788"/>
            <a:ext cx="580837" cy="4381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NG_newlogo" id="98" name="Google Shape;98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54633" y="26894"/>
            <a:ext cx="504056" cy="477366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6"/>
          <p:cNvSpPr txBox="1"/>
          <p:nvPr>
            <p:ph idx="11" type="ftr"/>
          </p:nvPr>
        </p:nvSpPr>
        <p:spPr>
          <a:xfrm>
            <a:off x="2281520" y="6647328"/>
            <a:ext cx="4704928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/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Relationship Id="rId4" Type="http://schemas.openxmlformats.org/officeDocument/2006/relationships/image" Target="../media/image15.png"/><Relationship Id="rId5" Type="http://schemas.openxmlformats.org/officeDocument/2006/relationships/image" Target="../media/image10.png"/><Relationship Id="rId6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"/>
          <p:cNvSpPr txBox="1"/>
          <p:nvPr>
            <p:ph type="ctrTitle"/>
          </p:nvPr>
        </p:nvSpPr>
        <p:spPr>
          <a:xfrm>
            <a:off x="0" y="2057401"/>
            <a:ext cx="9220200" cy="1009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Roboto"/>
              <a:buNone/>
            </a:pPr>
            <a:r>
              <a:rPr b="1" lang="en-US" sz="5400">
                <a:solidFill>
                  <a:srgbClr val="C00000"/>
                </a:solidFill>
                <a:latin typeface="Roboto"/>
                <a:ea typeface="Roboto"/>
                <a:cs typeface="Roboto"/>
                <a:sym typeface="Roboto"/>
              </a:rPr>
              <a:t>Peer Review</a:t>
            </a:r>
            <a:br>
              <a:rPr b="1" lang="en-US" sz="5400">
                <a:solidFill>
                  <a:srgbClr val="C00000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lang="en-US" sz="5400">
                <a:solidFill>
                  <a:srgbClr val="C00000"/>
                </a:solidFill>
                <a:latin typeface="Roboto"/>
                <a:ea typeface="Roboto"/>
                <a:cs typeface="Roboto"/>
                <a:sym typeface="Roboto"/>
              </a:rPr>
              <a:t>A1, A2, A3 &amp; PROJECT</a:t>
            </a:r>
            <a:br>
              <a:rPr b="1" lang="en-US" sz="5400">
                <a:solidFill>
                  <a:srgbClr val="C00000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lang="en-US" sz="5400">
                <a:solidFill>
                  <a:srgbClr val="C00000"/>
                </a:solidFill>
                <a:latin typeface="Roboto"/>
                <a:ea typeface="Roboto"/>
                <a:cs typeface="Roboto"/>
                <a:sym typeface="Roboto"/>
              </a:rPr>
              <a:t>10 marks</a:t>
            </a:r>
            <a:endParaRPr b="1" sz="54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" name="Google Shape;106;p1"/>
          <p:cNvSpPr txBox="1"/>
          <p:nvPr>
            <p:ph idx="1" type="subTitle"/>
          </p:nvPr>
        </p:nvSpPr>
        <p:spPr>
          <a:xfrm>
            <a:off x="0" y="3886200"/>
            <a:ext cx="9144000" cy="1752600"/>
          </a:xfrm>
          <a:prstGeom prst="rect">
            <a:avLst/>
          </a:prstGeom>
          <a:solidFill>
            <a:srgbClr val="FFE1AD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000"/>
              <a:buNone/>
            </a:pPr>
            <a:r>
              <a:rPr b="1" lang="en-US" sz="4000">
                <a:solidFill>
                  <a:srgbClr val="0070C0"/>
                </a:solidFill>
              </a:rPr>
              <a:t>Artificial Intelligence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</a:pPr>
            <a:r>
              <a:t/>
            </a:r>
            <a:endParaRPr b="1" sz="1100">
              <a:solidFill>
                <a:srgbClr val="0070C0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</a:pPr>
            <a:r>
              <a:rPr i="1" lang="en-US" sz="2800"/>
              <a:t>Faculty of Computing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</a:pPr>
            <a:r>
              <a:rPr i="1" lang="en-US" sz="2800"/>
              <a:t>Universiti Teknologi Malaysia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8850" y="1528932"/>
            <a:ext cx="2925014" cy="3478256"/>
          </a:xfrm>
          <a:prstGeom prst="rect">
            <a:avLst/>
          </a:prstGeom>
          <a:solidFill>
            <a:srgbClr val="ECECEC"/>
          </a:solidFill>
          <a:ln cap="sq" cmpd="sng" w="889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5000" rotWithShape="0" algn="tl" dir="5400000" dist="18000">
              <a:srgbClr val="000000">
                <a:alpha val="40000"/>
              </a:srgbClr>
            </a:outerShdw>
          </a:effectLst>
        </p:spPr>
      </p:pic>
      <p:sp>
        <p:nvSpPr>
          <p:cNvPr id="112" name="Google Shape;112;p2"/>
          <p:cNvSpPr txBox="1"/>
          <p:nvPr>
            <p:ph type="title"/>
          </p:nvPr>
        </p:nvSpPr>
        <p:spPr>
          <a:xfrm>
            <a:off x="457200" y="-25296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Login to this system</a:t>
            </a:r>
            <a:endParaRPr/>
          </a:p>
        </p:txBody>
      </p:sp>
      <p:sp>
        <p:nvSpPr>
          <p:cNvPr id="113" name="Google Shape;113;p2"/>
          <p:cNvSpPr txBox="1"/>
          <p:nvPr>
            <p:ph idx="11" type="ftr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SCSJ 3353: Artificial Intelligence</a:t>
            </a:r>
            <a:endParaRPr/>
          </a:p>
        </p:txBody>
      </p:sp>
      <p:sp>
        <p:nvSpPr>
          <p:cNvPr id="114" name="Google Shape;114;p2"/>
          <p:cNvSpPr txBox="1"/>
          <p:nvPr>
            <p:ph idx="12" type="sldNum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5" name="Google Shape;115;p2"/>
          <p:cNvSpPr txBox="1"/>
          <p:nvPr/>
        </p:nvSpPr>
        <p:spPr>
          <a:xfrm>
            <a:off x="304481" y="3077296"/>
            <a:ext cx="2693751" cy="338554"/>
          </a:xfrm>
          <a:prstGeom prst="rect">
            <a:avLst/>
          </a:prstGeom>
          <a:solidFill>
            <a:srgbClr val="DDD9C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Matric_No@graduate.utm.my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2"/>
          <p:cNvSpPr/>
          <p:nvPr/>
        </p:nvSpPr>
        <p:spPr>
          <a:xfrm>
            <a:off x="2057400" y="815506"/>
            <a:ext cx="4764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https://teamxplore.com/mypeer/login/login.php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2"/>
          <p:cNvSpPr txBox="1"/>
          <p:nvPr/>
        </p:nvSpPr>
        <p:spPr>
          <a:xfrm>
            <a:off x="304480" y="3633000"/>
            <a:ext cx="2693751" cy="338554"/>
          </a:xfrm>
          <a:prstGeom prst="rect">
            <a:avLst/>
          </a:prstGeom>
          <a:solidFill>
            <a:srgbClr val="DDD9C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Matric_No@graduate.utm.my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8" name="Google Shape;118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29569" y="3971554"/>
            <a:ext cx="2168589" cy="2760213"/>
          </a:xfrm>
          <a:prstGeom prst="rect">
            <a:avLst/>
          </a:prstGeom>
          <a:solidFill>
            <a:srgbClr val="ECECEC"/>
          </a:solidFill>
          <a:ln cap="sq" cmpd="sng" w="889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5000" rotWithShape="0" algn="tl" dir="5400000" dist="18000">
              <a:srgbClr val="000000">
                <a:alpha val="40000"/>
              </a:srgbClr>
            </a:outerShdw>
          </a:effectLst>
        </p:spPr>
      </p:pic>
      <p:sp>
        <p:nvSpPr>
          <p:cNvPr id="119" name="Google Shape;119;p2"/>
          <p:cNvSpPr/>
          <p:nvPr/>
        </p:nvSpPr>
        <p:spPr>
          <a:xfrm>
            <a:off x="2083799" y="4828656"/>
            <a:ext cx="1782013" cy="457200"/>
          </a:xfrm>
          <a:prstGeom prst="rect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2"/>
          <p:cNvSpPr/>
          <p:nvPr/>
        </p:nvSpPr>
        <p:spPr>
          <a:xfrm>
            <a:off x="1867495" y="4436500"/>
            <a:ext cx="225784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Click on Change Role</a:t>
            </a:r>
            <a:endParaRPr b="1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2"/>
          <p:cNvSpPr/>
          <p:nvPr/>
        </p:nvSpPr>
        <p:spPr>
          <a:xfrm>
            <a:off x="119357" y="1990010"/>
            <a:ext cx="2693751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Enter username &amp; password</a:t>
            </a:r>
            <a:endParaRPr b="1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2" name="Google Shape;122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39913" y="1873542"/>
            <a:ext cx="5703136" cy="1127415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313"/>
              </a:srgbClr>
            </a:outerShdw>
          </a:effectLst>
        </p:spPr>
      </p:pic>
      <p:pic>
        <p:nvPicPr>
          <p:cNvPr id="123" name="Google Shape;123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076123" y="3706503"/>
            <a:ext cx="4764895" cy="2028525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313"/>
              </a:srgbClr>
            </a:outerShdw>
          </a:effectLst>
        </p:spPr>
      </p:pic>
      <p:sp>
        <p:nvSpPr>
          <p:cNvPr id="124" name="Google Shape;124;p2"/>
          <p:cNvSpPr/>
          <p:nvPr/>
        </p:nvSpPr>
        <p:spPr>
          <a:xfrm>
            <a:off x="4977056" y="2682880"/>
            <a:ext cx="1782013" cy="282176"/>
          </a:xfrm>
          <a:prstGeom prst="rect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2"/>
          <p:cNvSpPr/>
          <p:nvPr/>
        </p:nvSpPr>
        <p:spPr>
          <a:xfrm>
            <a:off x="4415081" y="1991943"/>
            <a:ext cx="335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Click on Peer Assessment - Adaptability</a:t>
            </a:r>
            <a:endParaRPr b="1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2"/>
          <p:cNvSpPr txBox="1"/>
          <p:nvPr/>
        </p:nvSpPr>
        <p:spPr>
          <a:xfrm>
            <a:off x="4261456" y="4612060"/>
            <a:ext cx="2601994" cy="1077218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2"/>
          <p:cNvSpPr/>
          <p:nvPr/>
        </p:nvSpPr>
        <p:spPr>
          <a:xfrm>
            <a:off x="7822557" y="4597042"/>
            <a:ext cx="381000" cy="247445"/>
          </a:xfrm>
          <a:prstGeom prst="rect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2"/>
          <p:cNvSpPr/>
          <p:nvPr/>
        </p:nvSpPr>
        <p:spPr>
          <a:xfrm>
            <a:off x="5706065" y="4008575"/>
            <a:ext cx="335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 Click this button to assess every member</a:t>
            </a:r>
            <a:endParaRPr b="1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"/>
          <p:cNvSpPr txBox="1"/>
          <p:nvPr>
            <p:ph idx="11" type="ftr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800">
                <a:solidFill>
                  <a:schemeClr val="dk1"/>
                </a:solidFill>
              </a:rPr>
              <a:t>SCSJ 3353: Artificial Intelligence</a:t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135" name="Google Shape;135;p3"/>
          <p:cNvSpPr txBox="1"/>
          <p:nvPr>
            <p:ph idx="12" type="sldNum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 sz="900">
                <a:solidFill>
                  <a:schemeClr val="dk1"/>
                </a:solidFill>
              </a:rPr>
              <a:t>‹#›</a:t>
            </a:fld>
            <a:endParaRPr sz="900">
              <a:solidFill>
                <a:schemeClr val="dk1"/>
              </a:solidFill>
            </a:endParaRPr>
          </a:p>
        </p:txBody>
      </p:sp>
      <p:sp>
        <p:nvSpPr>
          <p:cNvPr id="136" name="Google Shape;136;p3"/>
          <p:cNvSpPr/>
          <p:nvPr/>
        </p:nvSpPr>
        <p:spPr>
          <a:xfrm>
            <a:off x="1066800" y="304800"/>
            <a:ext cx="807327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C00000"/>
                </a:solidFill>
                <a:latin typeface="Roboto"/>
                <a:ea typeface="Roboto"/>
                <a:cs typeface="Roboto"/>
                <a:sym typeface="Roboto"/>
              </a:rPr>
              <a:t>Rubric: Peer Review</a:t>
            </a:r>
            <a:endParaRPr b="1" i="0" sz="3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7" name="Google Shape;137;p3"/>
          <p:cNvSpPr txBox="1"/>
          <p:nvPr/>
        </p:nvSpPr>
        <p:spPr>
          <a:xfrm>
            <a:off x="133350" y="1464128"/>
            <a:ext cx="4667250" cy="234243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5. Rate each of your group member on Adaptability Value in the scale of 1 to 5 </a:t>
            </a: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STARS</a:t>
            </a: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7150" lvl="0" marL="2571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4750" lvl="0" marL="2571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8" name="Google Shape;13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5073" y="2057400"/>
            <a:ext cx="3488588" cy="30736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21680" y="2876764"/>
            <a:ext cx="7010741" cy="3175860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313"/>
              </a:srgbClr>
            </a:outerShdw>
          </a:effectLst>
        </p:spPr>
      </p:pic>
      <p:sp>
        <p:nvSpPr>
          <p:cNvPr id="140" name="Google Shape;140;p3"/>
          <p:cNvSpPr txBox="1"/>
          <p:nvPr/>
        </p:nvSpPr>
        <p:spPr>
          <a:xfrm>
            <a:off x="521198" y="2115242"/>
            <a:ext cx="2416046" cy="338554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Custom Design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2020-04-20T10:41:11Z</dcterms:created>
  <dc:creator>ASRAFUL SYIFAA' BINTI AHMAD</dc:creator>
</cp:coreProperties>
</file>