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329" r:id="rId17"/>
    <p:sldId id="330" r:id="rId18"/>
    <p:sldId id="270" r:id="rId19"/>
    <p:sldId id="271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89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9E552-998D-4DE1-8252-93928DDB2F0E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F34F0-B5F2-471A-A79F-A1D3D54C73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2326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3F1D9E4A-02F1-145E-E965-8F827DF16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>
            <a:extLst>
              <a:ext uri="{FF2B5EF4-FFF2-40B4-BE49-F238E27FC236}">
                <a16:creationId xmlns:a16="http://schemas.microsoft.com/office/drawing/2014/main" id="{03739802-704C-CD85-E9E0-4E72C12BB2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13:notes">
            <a:extLst>
              <a:ext uri="{FF2B5EF4-FFF2-40B4-BE49-F238E27FC236}">
                <a16:creationId xmlns:a16="http://schemas.microsoft.com/office/drawing/2014/main" id="{0956867D-7E62-8362-AFF0-8DBDBA31F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8673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nti.com/alecf6xyue7d" TargetMode="External"/><Relationship Id="rId2" Type="http://schemas.openxmlformats.org/officeDocument/2006/relationships/hyperlink" Target="https://forms.gle/5hLVJJXG81oRM4vp8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canva.com/design/DAHEGdB5bH8/HcLySUreajqp6PVDBzLBTg/edit?utm_content=DAHEGdB5bH8&amp;utm_campaign=designshare&amp;utm_medium=link2&amp;utm_source=sharebutt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7D3D63-6A1B-F885-416C-3FB3B9C6FE7A}"/>
              </a:ext>
            </a:extLst>
          </p:cNvPr>
          <p:cNvSpPr txBox="1"/>
          <p:nvPr/>
        </p:nvSpPr>
        <p:spPr>
          <a:xfrm>
            <a:off x="1803400" y="2057400"/>
            <a:ext cx="8127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2"/>
              </a:rPr>
              <a:t>https://forms.gle/5hLVJJXG81oRM4vp8</a:t>
            </a:r>
            <a:endParaRPr lang="en-SG" dirty="0"/>
          </a:p>
          <a:p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1925A-B1AE-E402-203B-80ED848035F5}"/>
              </a:ext>
            </a:extLst>
          </p:cNvPr>
          <p:cNvSpPr txBox="1"/>
          <p:nvPr/>
        </p:nvSpPr>
        <p:spPr>
          <a:xfrm>
            <a:off x="1346200" y="1371600"/>
            <a:ext cx="3679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SECP3843 Special Topics Entry Survey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E9452-0054-2EE6-002A-D0D429EEE1AB}"/>
              </a:ext>
            </a:extLst>
          </p:cNvPr>
          <p:cNvSpPr txBox="1"/>
          <p:nvPr/>
        </p:nvSpPr>
        <p:spPr>
          <a:xfrm>
            <a:off x="1574800" y="4038600"/>
            <a:ext cx="3786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hlinkClick r:id="rId3"/>
              </a:rPr>
              <a:t>https://www.menti.com/alecf6xyue7d</a:t>
            </a:r>
            <a:endParaRPr lang="en-SG" dirty="0"/>
          </a:p>
          <a:p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4F9A5-5252-3317-A807-8DCAAF7C816E}"/>
              </a:ext>
            </a:extLst>
          </p:cNvPr>
          <p:cNvSpPr txBox="1"/>
          <p:nvPr/>
        </p:nvSpPr>
        <p:spPr>
          <a:xfrm>
            <a:off x="1193800" y="3609158"/>
            <a:ext cx="8127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SECP3843 Special Topics Course Survey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86566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EA4BCA65-1DCB-374F-95E2-11BBB5C8A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>
            <a:extLst>
              <a:ext uri="{FF2B5EF4-FFF2-40B4-BE49-F238E27FC236}">
                <a16:creationId xmlns:a16="http://schemas.microsoft.com/office/drawing/2014/main" id="{25A8B459-E078-458E-9937-93E38C46175B}"/>
              </a:ext>
            </a:extLst>
          </p:cNvPr>
          <p:cNvSpPr txBox="1"/>
          <p:nvPr/>
        </p:nvSpPr>
        <p:spPr>
          <a:xfrm>
            <a:off x="2134164" y="337352"/>
            <a:ext cx="7520517" cy="9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n-US" sz="2400" b="1" dirty="0"/>
              <a:t>Data Engineering Architecture</a:t>
            </a:r>
          </a:p>
        </p:txBody>
      </p:sp>
      <p:sp>
        <p:nvSpPr>
          <p:cNvPr id="188" name="Google Shape;188;p13">
            <a:extLst>
              <a:ext uri="{FF2B5EF4-FFF2-40B4-BE49-F238E27FC236}">
                <a16:creationId xmlns:a16="http://schemas.microsoft.com/office/drawing/2014/main" id="{82053810-BBBA-9D8A-3CDD-7F0001A4447C}"/>
              </a:ext>
            </a:extLst>
          </p:cNvPr>
          <p:cNvSpPr txBox="1"/>
          <p:nvPr/>
        </p:nvSpPr>
        <p:spPr>
          <a:xfrm>
            <a:off x="2479148" y="2743200"/>
            <a:ext cx="11164987" cy="943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just">
              <a:buClr>
                <a:srgbClr val="000000"/>
              </a:buClr>
              <a:buSzPts val="2000"/>
            </a:pPr>
            <a:endParaRPr sz="2667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algn="just">
              <a:buClr>
                <a:srgbClr val="000000"/>
              </a:buClr>
              <a:buSzPts val="2000"/>
            </a:pPr>
            <a:endParaRPr sz="2667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E004EB-000F-6172-8ECE-2AE0A1ED1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1" y="914399"/>
            <a:ext cx="11612135" cy="34761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FCE937-BEB7-7680-F666-6001F7050209}"/>
              </a:ext>
            </a:extLst>
          </p:cNvPr>
          <p:cNvSpPr txBox="1"/>
          <p:nvPr/>
        </p:nvSpPr>
        <p:spPr>
          <a:xfrm>
            <a:off x="1193481" y="446734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SG" sz="2400" b="1" dirty="0">
                <a:solidFill>
                  <a:srgbClr val="000000"/>
                </a:solidFill>
                <a:latin typeface="Lato" panose="020F0502020204030203" pitchFamily="34" charset="0"/>
              </a:rPr>
              <a:t>Business Intelligence -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8AD900-7AE6-08B9-EBAF-1D322CEA4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9147" y="4877719"/>
            <a:ext cx="11379092" cy="390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24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20B885-E735-29DB-F79D-BA43AE18E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360" y="1441014"/>
            <a:ext cx="12041280" cy="626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3F4C-5D82-2A83-57A5-7CAD9662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Group Discussion: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33C9B-8801-C8C2-EEB4-5E42091EF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1"/>
            <a:ext cx="13538199" cy="1524000"/>
          </a:xfrm>
        </p:spPr>
        <p:txBody>
          <a:bodyPr>
            <a:normAutofit fontScale="85000" lnSpcReduction="20000"/>
          </a:bodyPr>
          <a:lstStyle/>
          <a:p>
            <a:r>
              <a:rPr lang="en-SG" dirty="0"/>
              <a:t>Canva Data Engineering Fundamental: </a:t>
            </a:r>
            <a:r>
              <a:rPr lang="en-SG" dirty="0">
                <a:hlinkClick r:id="rId2"/>
              </a:rPr>
              <a:t>https://www.canva.com/design/DAHEGdB5bH8/HcLySUreajqp6PVDBzLBTg/edit?utm_content=DAHEGdB5bH8&amp;utm_campaign=designshare&amp;utm_medium=link2&amp;utm_source=sharebutton</a:t>
            </a:r>
            <a:endParaRPr lang="en-SG" dirty="0"/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70E98-2503-9F8C-5F6C-8F2D7DA9D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99" y="3306765"/>
            <a:ext cx="9045425" cy="5535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276E0F-C090-FD29-357C-67EFEE92F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724" y="3505200"/>
            <a:ext cx="6858957" cy="55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56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5697</TotalTime>
  <Words>80</Words>
  <Application>Microsoft Office PowerPoint</Application>
  <PresentationFormat>Custom</PresentationFormat>
  <Paragraphs>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Century Gothic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Group Discussion: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Aryati Bakri</cp:lastModifiedBy>
  <cp:revision>3</cp:revision>
  <dcterms:created xsi:type="dcterms:W3CDTF">2006-08-16T00:00:00Z</dcterms:created>
  <dcterms:modified xsi:type="dcterms:W3CDTF">2026-03-16T10:16:37Z</dcterms:modified>
</cp:coreProperties>
</file>